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0270C9"/>
                </a:solidFill>
                <a:latin typeface="Arial"/>
              </a:rPr>
              <a:t>Prompt Engineering</a:t>
            </a:r>
          </a:p>
          <a:p>
            <a:pPr algn="ctr"/>
          </a:p>
          <a:p>
            <a:pPr algn="ctr"/>
          </a:p>
          <a:p>
            <a:pPr algn="ctr"/>
            <a:r>
              <a:rPr sz="2800" b="1">
                <a:solidFill>
                  <a:srgbClr val="F36715"/>
                </a:solidFill>
                <a:latin typeface="Arial"/>
              </a:rPr>
              <a:t>Adolfo Sanz De Diego</a:t>
            </a:r>
          </a:p>
          <a:p>
            <a:pPr algn="ctr"/>
          </a:p>
          <a:p>
            <a:pPr algn="ctr"/>
          </a:p>
          <a:p>
            <a:pPr algn="ctr"/>
            <a:r>
              <a:rPr sz="2200" b="1">
                <a:solidFill>
                  <a:srgbClr val="298F3D"/>
                </a:solidFill>
                <a:latin typeface="Arial"/>
              </a:rP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0-que-es-prompt-engin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7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0-partes-importantes-del-prom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7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30-teccnicas-avanzadas-del-prompt-engin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7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40-otras-consideraciones-del-prompt-engin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7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